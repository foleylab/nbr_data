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E9EAA-59C2-EF0A-27CF-7E96216E77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8C0CD6-E0BD-D27B-7DF2-92AAB0027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05301-A9FC-DF73-F8F8-AE8D1D5DE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99199-88FA-6040-B944-90EA098B8F62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8D017-D716-5B3C-07D5-7A518AC75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296F0-25CB-2EAB-E59D-AC11D2E5E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F46B6-DAC0-474F-8DD6-3D0B78F3C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18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B71B0-7F32-6D08-2D10-2C12F1E33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A0F91-4C65-F60D-D07A-D9783150B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3853E-150E-2B6B-9389-67D7AD6B4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99199-88FA-6040-B944-90EA098B8F62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EFAB6-C6B2-B4F1-7F2D-800D1DBBC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5FC23-A300-3C7C-6DB4-E8549D89E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F46B6-DAC0-474F-8DD6-3D0B78F3C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304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0264C-831C-DD2C-59AA-C56B59742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C3D75-3FCD-2D97-5AC9-9B0F7769D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EBDE7-9431-8FD5-9A68-2A0917403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99199-88FA-6040-B944-90EA098B8F62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F5EA0-9CB9-9DAA-4FE0-C9B531517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A0013-BFA0-94BA-856E-30855918C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F46B6-DAC0-474F-8DD6-3D0B78F3C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161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32CD0-A144-C82E-6EBC-109211E1B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E54C2-2CF1-6E19-E33E-97FBE8E9B9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FFB2A-43D5-A9F9-7223-DC37E80EF3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A339E3-AF0A-EA0F-CED2-05FA9CF5C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99199-88FA-6040-B944-90EA098B8F62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E232C8-BB39-3B96-C4DD-71ECACA35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8FFB30-CD97-01DF-FD48-E63001FC5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F46B6-DAC0-474F-8DD6-3D0B78F3C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714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B94D6-BF99-CC94-EA70-919E70E2C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40CFBB-9BD6-F00C-C4B2-E3BE865D9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B312BF-790A-8321-ED7E-1F3FEA236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F5868B-FD41-AA6C-2607-79AF224716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D85933-FEE7-ED07-2653-D8F0976B43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C81653-CC30-C78B-6B6F-C5C9E26AB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99199-88FA-6040-B944-90EA098B8F62}" type="datetimeFigureOut">
              <a:rPr lang="en-US" smtClean="0"/>
              <a:t>6/25/26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368895-384E-0EB6-32A8-387E2D4CF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2ECF91-14D1-BE61-9D52-CDE508C9F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F46B6-DAC0-474F-8DD6-3D0B78F3C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432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F073F-0461-9E17-6ECF-FF5AB0FF7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FD58F3-BCFD-CF94-2297-A50764D95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99199-88FA-6040-B944-90EA098B8F62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DBDE69-15A2-CD54-2ADF-FA473EF35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81C836-403E-CEA7-F008-70B26F08F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F46B6-DAC0-474F-8DD6-3D0B78F3C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425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D1B2AB-AF2D-2645-A31D-EA51594CC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99199-88FA-6040-B944-90EA098B8F62}" type="datetimeFigureOut">
              <a:rPr lang="en-US" smtClean="0"/>
              <a:t>6/25/26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6FBA9B-A0A2-A37D-B090-D312D3FE3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15090-54DC-618C-D85B-52A64F350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F46B6-DAC0-474F-8DD6-3D0B78F3C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228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0705F-7D9B-885A-2F23-034CCF52E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09EC2-6FE0-3D1B-42C2-732704161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049783-DB8B-7E2F-D64D-637C4753E2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CD179-BC1A-C5EF-7DB4-3C3B8A435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99199-88FA-6040-B944-90EA098B8F62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0D1761-E798-5CEF-FBD6-CEC0A5690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3A088B-3CE2-DDD1-F1F4-C9EAB21C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F46B6-DAC0-474F-8DD6-3D0B78F3C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40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47B5C-DCED-8A88-21D9-E77466AE9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098FC4-1CDA-29CE-C788-1C702E9F44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11E06F-4CBF-5C1E-A358-DCF1BE0021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E7C1A8-580F-0F9B-04A7-32859EE2B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99199-88FA-6040-B944-90EA098B8F62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AE2E4-DF28-916D-2F69-E653C62C6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8338E-6B8A-7C8F-8604-4D7F7FACB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F46B6-DAC0-474F-8DD6-3D0B78F3C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326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86D77-4E90-CECF-D877-9AD19DA52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316C36-A9CB-C2A9-ED79-082520E2FA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D8C31-5498-7529-098D-E8E51539F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99199-88FA-6040-B944-90EA098B8F62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23153-A08D-ECC0-35B7-B774E6180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04DE4-CEC8-1460-082E-D3A958B54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F46B6-DAC0-474F-8DD6-3D0B78F3C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375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E5FF24-8FBF-0D7D-F3AD-6891EA9B88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F8CCA0-B908-602C-E71C-8638FC0E59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22976-D553-D55B-634A-D86E8BB0A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99199-88FA-6040-B944-90EA098B8F62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6E163-C789-90E8-8199-6DB2AF197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5CAD7-75A4-00EA-C160-B84F52E5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F46B6-DAC0-474F-8DD6-3D0B78F3C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826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BB0286-6EB0-7B80-7984-9DF477AF0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29F84-35C0-2C47-4E06-EC061EB5C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337AF-A60C-792F-38B4-3BE45AB146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99199-88FA-6040-B944-90EA098B8F62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E6122-4BDA-2A51-DA93-4512467781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54ABB-8EC2-3360-7787-71219D68A7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BF46B6-DAC0-474F-8DD6-3D0B78F3C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431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AFF745-A9D4-CCD5-E40A-3488FE420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7571"/>
            <a:ext cx="5174593" cy="38809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53C261-1D43-1130-70D8-CACA46D89D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18083" y="1597571"/>
            <a:ext cx="5174593" cy="38809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1B40A9-40B9-4FEA-9966-8AD81D427D12}"/>
              </a:ext>
            </a:extLst>
          </p:cNvPr>
          <p:cNvSpPr txBox="1"/>
          <p:nvPr/>
        </p:nvSpPr>
        <p:spPr>
          <a:xfrm>
            <a:off x="1513489" y="1194238"/>
            <a:ext cx="3573518" cy="370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Frozen core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F71086-9EB8-BA84-F9CD-518DE8AD3255}"/>
              </a:ext>
            </a:extLst>
          </p:cNvPr>
          <p:cNvSpPr txBox="1"/>
          <p:nvPr/>
        </p:nvSpPr>
        <p:spPr>
          <a:xfrm>
            <a:off x="7104993" y="1194237"/>
            <a:ext cx="3573518" cy="370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electron</a:t>
            </a:r>
          </a:p>
        </p:txBody>
      </p:sp>
    </p:spTree>
    <p:extLst>
      <p:ext uri="{BB962C8B-B14F-4D97-AF65-F5344CB8AC3E}">
        <p14:creationId xmlns:p14="http://schemas.microsoft.com/office/powerpoint/2010/main" val="4203011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2DFAC-AC29-BC2C-53BD-B71A6CBEC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0D5637-1177-32F2-99CD-08AAF93D7F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597571"/>
            <a:ext cx="5174593" cy="38809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6537F0-C42F-38CC-3575-F744F90743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18083" y="1597571"/>
            <a:ext cx="5174592" cy="38809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8024CA-215C-5098-7BE0-9C15A22D3CA4}"/>
              </a:ext>
            </a:extLst>
          </p:cNvPr>
          <p:cNvSpPr txBox="1"/>
          <p:nvPr/>
        </p:nvSpPr>
        <p:spPr>
          <a:xfrm>
            <a:off x="1513489" y="1194238"/>
            <a:ext cx="3573518" cy="370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Frozen core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70E333-FAA8-F829-B737-1190DD60C8B9}"/>
              </a:ext>
            </a:extLst>
          </p:cNvPr>
          <p:cNvSpPr txBox="1"/>
          <p:nvPr/>
        </p:nvSpPr>
        <p:spPr>
          <a:xfrm>
            <a:off x="7104993" y="1194237"/>
            <a:ext cx="3573518" cy="370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electron</a:t>
            </a:r>
          </a:p>
        </p:txBody>
      </p:sp>
    </p:spTree>
    <p:extLst>
      <p:ext uri="{BB962C8B-B14F-4D97-AF65-F5344CB8AC3E}">
        <p14:creationId xmlns:p14="http://schemas.microsoft.com/office/powerpoint/2010/main" val="4367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BA16D-C39E-E1E3-D8E4-CDA529271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BFBF8B-5043-23C8-E6D0-F2E761AA01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597571"/>
            <a:ext cx="5174593" cy="38809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DC6206-F973-49BD-A685-D5E9B01A7F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18083" y="1597571"/>
            <a:ext cx="5174592" cy="38809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44A811-DA45-C458-A662-240742BDA9A4}"/>
              </a:ext>
            </a:extLst>
          </p:cNvPr>
          <p:cNvSpPr txBox="1"/>
          <p:nvPr/>
        </p:nvSpPr>
        <p:spPr>
          <a:xfrm>
            <a:off x="1513489" y="1194238"/>
            <a:ext cx="3573518" cy="370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Frozen core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28AB08-FC7F-E6DF-EBC9-E9849EFA489A}"/>
              </a:ext>
            </a:extLst>
          </p:cNvPr>
          <p:cNvSpPr txBox="1"/>
          <p:nvPr/>
        </p:nvSpPr>
        <p:spPr>
          <a:xfrm>
            <a:off x="7104993" y="1194237"/>
            <a:ext cx="3573518" cy="370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electron</a:t>
            </a:r>
          </a:p>
        </p:txBody>
      </p:sp>
    </p:spTree>
    <p:extLst>
      <p:ext uri="{BB962C8B-B14F-4D97-AF65-F5344CB8AC3E}">
        <p14:creationId xmlns:p14="http://schemas.microsoft.com/office/powerpoint/2010/main" val="3106398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7CBC5-ADA2-C849-B9D4-D90AD957D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1FEDD4-4021-D55E-5FED-40A5A55301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597571"/>
            <a:ext cx="5174593" cy="38809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54DD3F-CAD8-8F98-42A5-A0FC68B482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18083" y="1597571"/>
            <a:ext cx="5174592" cy="38809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A11DEF-45DB-D764-9C0F-B1421D2A5B81}"/>
              </a:ext>
            </a:extLst>
          </p:cNvPr>
          <p:cNvSpPr txBox="1"/>
          <p:nvPr/>
        </p:nvSpPr>
        <p:spPr>
          <a:xfrm>
            <a:off x="1513489" y="1194238"/>
            <a:ext cx="3573518" cy="370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Frozen core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B6CB48-C4AC-1188-F867-87FE74A1514B}"/>
              </a:ext>
            </a:extLst>
          </p:cNvPr>
          <p:cNvSpPr txBox="1"/>
          <p:nvPr/>
        </p:nvSpPr>
        <p:spPr>
          <a:xfrm>
            <a:off x="7104993" y="1194237"/>
            <a:ext cx="3573518" cy="370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electron</a:t>
            </a:r>
          </a:p>
        </p:txBody>
      </p:sp>
    </p:spTree>
    <p:extLst>
      <p:ext uri="{BB962C8B-B14F-4D97-AF65-F5344CB8AC3E}">
        <p14:creationId xmlns:p14="http://schemas.microsoft.com/office/powerpoint/2010/main" val="1885932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19A71-70FB-0E6E-00A8-922CF9AD7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472368-0CB4-7D44-3D67-39F7D0943E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597571"/>
            <a:ext cx="5174593" cy="38809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81925A-EB3B-0F25-76E8-574D0157B3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18083" y="1597571"/>
            <a:ext cx="5174592" cy="38809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D8691C-0289-1F26-56EF-069F55412BF6}"/>
              </a:ext>
            </a:extLst>
          </p:cNvPr>
          <p:cNvSpPr txBox="1"/>
          <p:nvPr/>
        </p:nvSpPr>
        <p:spPr>
          <a:xfrm>
            <a:off x="1513489" y="1194238"/>
            <a:ext cx="3573518" cy="370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Frozen core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294CDC-10F6-ADAD-1C0B-A5BC9562F306}"/>
              </a:ext>
            </a:extLst>
          </p:cNvPr>
          <p:cNvSpPr txBox="1"/>
          <p:nvPr/>
        </p:nvSpPr>
        <p:spPr>
          <a:xfrm>
            <a:off x="7104993" y="1194237"/>
            <a:ext cx="3573518" cy="370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electron</a:t>
            </a:r>
          </a:p>
        </p:txBody>
      </p:sp>
    </p:spTree>
    <p:extLst>
      <p:ext uri="{BB962C8B-B14F-4D97-AF65-F5344CB8AC3E}">
        <p14:creationId xmlns:p14="http://schemas.microsoft.com/office/powerpoint/2010/main" val="384961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</Words>
  <Application>Microsoft Macintosh PowerPoint</Application>
  <PresentationFormat>Widescreen</PresentationFormat>
  <Paragraphs>10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 Foley</dc:creator>
  <cp:lastModifiedBy>Jay Foley</cp:lastModifiedBy>
  <cp:revision>1</cp:revision>
  <dcterms:created xsi:type="dcterms:W3CDTF">2026-06-25T15:57:38Z</dcterms:created>
  <dcterms:modified xsi:type="dcterms:W3CDTF">2026-06-25T16:00:46Z</dcterms:modified>
</cp:coreProperties>
</file>