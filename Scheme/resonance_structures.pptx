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5" r:id="rId4"/>
    <p:sldId id="266" r:id="rId5"/>
    <p:sldId id="27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15"/>
    <p:restoredTop sz="94694"/>
  </p:normalViewPr>
  <p:slideViewPr>
    <p:cSldViewPr snapToGrid="0">
      <p:cViewPr varScale="1">
        <p:scale>
          <a:sx n="121" d="100"/>
          <a:sy n="121" d="100"/>
        </p:scale>
        <p:origin x="1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DA1F7-1677-7C13-62EF-F80116AB3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313CC8-57F7-5173-C718-F9F1FEBBEF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38DE3-15BC-79A9-0D02-94F41779A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B8BD7-9D3B-A930-18B6-034FD44A6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0615E-E008-1903-20A7-CB18E7C6B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36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C70E4-30B0-27F7-EE82-54A12723F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5BFA5-D199-EDDC-1930-D9000FC9C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5E88C-6FAA-BF6F-B50F-A5E72FC68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5BDED-58A9-3BFD-3B65-99C8FF89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ADA05-EB82-C427-8700-E36076EDF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292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70DAE-6E41-9491-5D0B-1CEF67CF4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6212E-2829-21E7-42D1-ADB41DA68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B8482-6659-691C-282B-77723FDAE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B5E08-2D8C-48B1-B6C9-5768AE5F9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3BD88-A5C5-4D8E-692F-CC77E7EA3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00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31ED1-7419-5364-FAD2-600BCF9C0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64A07-7AEA-10BA-69F6-027F46B92D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85995F-A311-6594-AE20-34348ADA2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26B67-90BC-9269-4169-ACAC91535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861FE8-6C63-3B72-CDD5-DFBD20CEF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FF545-A1D2-1752-2D99-0FD7E5EA4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340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5A55B-F76D-7FAD-38BA-138C61FDD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A7ECE-0F43-BD02-F211-F77F29384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D3A68-D5AD-2E41-8FF3-6F534EB7D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C6EDDA-39EE-FD62-B506-B3BF0D3079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2995E-5682-72F9-9850-8B62721913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72BC9D-E6E6-0A15-3FF4-21C5A901B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6BEADB-CA00-522C-13AC-0E0D4AEC8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E0B5D1-CFBD-E34F-9264-7224C3D8E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50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9789-9025-4204-A5D4-AD6F15807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29C2D-1AB4-8391-67BD-E255DCC7C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091511-7F81-6550-46F6-BA23A7022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B9A15A-F8BC-14C9-90AC-ACD64AC34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45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24E0F4-0E2C-0F5D-1D63-25C40AB31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35643E-C637-A585-30A5-207B97CF9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2B245-295A-B61D-2CD6-AE3024BA8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10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7C697-5D21-E4F3-84E4-35DF2A141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A7C96-E631-96EA-28A1-FFB8FF326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6C9D65-FB34-AB4B-4B3E-47E80DBEF3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CFA45-159E-0D01-295C-D3C957911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2F5A2-C6BE-9C74-B9F3-7D9E7D7DC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A26DCA-B6AD-F42D-F11C-2334C9B9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091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BD08-0531-F07D-F9BB-85823224D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6AEC75-F23D-8C0B-7449-2067629C01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E38A3-E976-D2EF-AEA4-2FF3DB043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D880B0-ECD8-668E-92C4-C0CD0B1C6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9AEDE-7F35-E4D3-DDFB-5D77CBDB1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EFE06-C412-0CB6-66B6-BB00B02C6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062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B76DB-7DDA-3B9D-2B0F-15FC23E63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EE0580-F585-93B0-65DA-83BE163E1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AA67A-A725-6D13-9D68-7A2691684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5BED9-ACA2-68D5-56AA-F588E92E6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6AC06-C181-18F2-C126-8914A871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19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2E455B-603B-F913-88E0-E91EEBBF4F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DFF953-3BEB-BB13-090F-C39770408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9673A-919D-1BDB-BFA2-75CCDEFEF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7C490-1FD1-9B63-2BA6-D75B409CC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5FE1A-E7BB-FF09-AADA-3A8B9079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1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9DB33-044E-4C82-4520-D8E0E7D92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6C3D1-70F3-99D3-9B28-41ADE78DD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D72E7-EDA4-230F-A66A-5DBABD6062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79BDB9-17B2-5345-AD1C-D41C6CB17F1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B8ABE-E08D-4ED2-FAE6-00829D846D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A4098-87D4-3165-D6D9-B2FB7CCFFA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76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0DD1D-5595-BF39-013E-12C8C5400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66D344-A4E5-1BAB-5EBF-AD488497F1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20" t="19439" r="7232"/>
          <a:stretch>
            <a:fillRect/>
          </a:stretch>
        </p:blipFill>
        <p:spPr>
          <a:xfrm>
            <a:off x="3894" y="923243"/>
            <a:ext cx="7743289" cy="54920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0D6ADC-538B-9880-F155-5561245DA7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5400000">
            <a:off x="8320911" y="131332"/>
            <a:ext cx="3264913" cy="3811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22A1CF-F807-8990-F8E3-FFDF6BB3AA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rot="5400000">
            <a:off x="8320910" y="3320043"/>
            <a:ext cx="3264913" cy="3811001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B48B92-EC3B-624B-FAF4-F073C5BA91DE}"/>
              </a:ext>
            </a:extLst>
          </p:cNvPr>
          <p:cNvCxnSpPr>
            <a:cxnSpLocks/>
          </p:cNvCxnSpPr>
          <p:nvPr/>
        </p:nvCxnSpPr>
        <p:spPr>
          <a:xfrm>
            <a:off x="8887484" y="2706130"/>
            <a:ext cx="0" cy="886957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C5A4D9C-E469-C3F9-6963-DFB90BA097AE}"/>
              </a:ext>
            </a:extLst>
          </p:cNvPr>
          <p:cNvSpPr txBox="1"/>
          <p:nvPr/>
        </p:nvSpPr>
        <p:spPr>
          <a:xfrm>
            <a:off x="9494495" y="320357"/>
            <a:ext cx="421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874324-5E99-E760-D572-AE9F0A18299D}"/>
              </a:ext>
            </a:extLst>
          </p:cNvPr>
          <p:cNvSpPr txBox="1"/>
          <p:nvPr/>
        </p:nvSpPr>
        <p:spPr>
          <a:xfrm>
            <a:off x="10066890" y="1185154"/>
            <a:ext cx="313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CA159-61D5-394D-031F-199E5C59D6CF}"/>
              </a:ext>
            </a:extLst>
          </p:cNvPr>
          <p:cNvSpPr txBox="1"/>
          <p:nvPr/>
        </p:nvSpPr>
        <p:spPr>
          <a:xfrm>
            <a:off x="8429636" y="320513"/>
            <a:ext cx="313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EFA47D-BC06-49DC-6E25-976BFDDDDEDF}"/>
              </a:ext>
            </a:extLst>
          </p:cNvPr>
          <p:cNvSpPr txBox="1"/>
          <p:nvPr/>
        </p:nvSpPr>
        <p:spPr>
          <a:xfrm>
            <a:off x="7785532" y="1415986"/>
            <a:ext cx="313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D1B414-9E89-93C3-4E07-399AC91A1F31}"/>
              </a:ext>
            </a:extLst>
          </p:cNvPr>
          <p:cNvSpPr txBox="1"/>
          <p:nvPr/>
        </p:nvSpPr>
        <p:spPr>
          <a:xfrm>
            <a:off x="8648407" y="2006973"/>
            <a:ext cx="205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87C7CF-E780-F939-0CF8-8E073C20D135}"/>
              </a:ext>
            </a:extLst>
          </p:cNvPr>
          <p:cNvSpPr txBox="1"/>
          <p:nvPr/>
        </p:nvSpPr>
        <p:spPr>
          <a:xfrm>
            <a:off x="9341286" y="2036832"/>
            <a:ext cx="313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795A66-C863-1426-F7EC-C9AEC7EAA02A}"/>
              </a:ext>
            </a:extLst>
          </p:cNvPr>
          <p:cNvSpPr txBox="1"/>
          <p:nvPr/>
        </p:nvSpPr>
        <p:spPr>
          <a:xfrm>
            <a:off x="10066890" y="4325413"/>
            <a:ext cx="313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14A551-255E-65E4-6199-5E83AF7D7946}"/>
              </a:ext>
            </a:extLst>
          </p:cNvPr>
          <p:cNvSpPr txBox="1"/>
          <p:nvPr/>
        </p:nvSpPr>
        <p:spPr>
          <a:xfrm>
            <a:off x="9514879" y="3549487"/>
            <a:ext cx="421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53BD87-DC88-58A4-7E03-DB2FD71DDFA5}"/>
              </a:ext>
            </a:extLst>
          </p:cNvPr>
          <p:cNvSpPr txBox="1"/>
          <p:nvPr/>
        </p:nvSpPr>
        <p:spPr>
          <a:xfrm>
            <a:off x="8377424" y="3544194"/>
            <a:ext cx="313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288892-D5AC-C974-CFF4-906C5FBF15C3}"/>
              </a:ext>
            </a:extLst>
          </p:cNvPr>
          <p:cNvSpPr txBox="1"/>
          <p:nvPr/>
        </p:nvSpPr>
        <p:spPr>
          <a:xfrm>
            <a:off x="7802466" y="4571147"/>
            <a:ext cx="313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5E6B87-2EB1-A057-8D56-62E229E672B2}"/>
              </a:ext>
            </a:extLst>
          </p:cNvPr>
          <p:cNvSpPr txBox="1"/>
          <p:nvPr/>
        </p:nvSpPr>
        <p:spPr>
          <a:xfrm>
            <a:off x="8628308" y="5263692"/>
            <a:ext cx="313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800DC5-B54C-DD10-D6AF-4056AF34669C}"/>
              </a:ext>
            </a:extLst>
          </p:cNvPr>
          <p:cNvSpPr txBox="1"/>
          <p:nvPr/>
        </p:nvSpPr>
        <p:spPr>
          <a:xfrm>
            <a:off x="9341286" y="5282896"/>
            <a:ext cx="313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0C972D-4075-2AF2-BE5A-9BF997AC3E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67" y="387605"/>
            <a:ext cx="1010684" cy="125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131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4F0E41-7571-614E-5349-3D461B299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688"/>
            <a:ext cx="8175562" cy="61361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950F29-273F-0B47-3F73-F63B12BBCD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5400000">
            <a:off x="8244884" y="-113349"/>
            <a:ext cx="1896533" cy="2560320"/>
          </a:xfrm>
          <a:prstGeom prst="rect">
            <a:avLst/>
          </a:prstGeom>
          <a:ln w="76200">
            <a:solidFill>
              <a:schemeClr val="accent5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5E26EA-72BB-C7DD-B0F9-DB48109810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rot="5400000">
            <a:off x="8253153" y="2155001"/>
            <a:ext cx="1896533" cy="2560320"/>
          </a:xfrm>
          <a:prstGeom prst="rect">
            <a:avLst/>
          </a:prstGeom>
          <a:ln w="76200">
            <a:solidFill>
              <a:schemeClr val="accent5">
                <a:lumMod val="40000"/>
                <a:lumOff val="6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C6D8F4-34F0-8757-9844-907093805A7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 rot="5400000">
            <a:off x="8253153" y="4412198"/>
            <a:ext cx="1896533" cy="2560320"/>
          </a:xfrm>
          <a:prstGeom prst="rect">
            <a:avLst/>
          </a:prstGeom>
          <a:ln w="76200">
            <a:solidFill>
              <a:schemeClr val="accent5">
                <a:lumMod val="40000"/>
                <a:lumOff val="60000"/>
              </a:schemeClr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A465C30-F5FB-88A5-2380-05FD254C6F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188" y="537204"/>
            <a:ext cx="1010684" cy="125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110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17031-EDC7-DF80-6D7A-B18F855F4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C564B7-F17B-3CD9-4482-C153193F98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 rot="5400000">
            <a:off x="8790486" y="4521823"/>
            <a:ext cx="2065599" cy="2411090"/>
          </a:xfrm>
          <a:prstGeom prst="rect">
            <a:avLst/>
          </a:prstGeom>
          <a:ln w="76200">
            <a:solidFill>
              <a:schemeClr val="accent5">
                <a:lumMod val="40000"/>
                <a:lumOff val="6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D0943A-707D-2A50-8AD7-3AE4F7D889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250579"/>
            <a:ext cx="8455744" cy="63463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0F9AC9-8825-B29C-548B-7A2FCAA95F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rot="5400000">
            <a:off x="8761740" y="2228014"/>
            <a:ext cx="2124648" cy="2480016"/>
          </a:xfrm>
          <a:prstGeom prst="rect">
            <a:avLst/>
          </a:prstGeom>
          <a:ln w="76200">
            <a:solidFill>
              <a:schemeClr val="accent5">
                <a:lumMod val="40000"/>
                <a:lumOff val="6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F7C02C-4C6B-2275-0BA2-BF27072BAB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 rot="5400000">
            <a:off x="8763225" y="-70188"/>
            <a:ext cx="2124648" cy="2480016"/>
          </a:xfrm>
          <a:prstGeom prst="rect">
            <a:avLst/>
          </a:prstGeom>
          <a:ln w="76200">
            <a:solidFill>
              <a:schemeClr val="accent5">
                <a:lumMod val="60000"/>
                <a:lumOff val="40000"/>
              </a:schemeClr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D5034AA-8AE0-DE99-BC2D-CEEFDDF0C0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698" y="866653"/>
            <a:ext cx="1010684" cy="125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467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0235D-5502-F91C-48D2-CF1B61644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1D9822-8215-7011-405D-841ABF37A7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626853"/>
            <a:ext cx="8204427" cy="615776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88375E1-ED2B-3803-87FE-EAAF71BFF5AB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/>
        </p:blipFill>
        <p:spPr>
          <a:xfrm rot="5400000">
            <a:off x="8848884" y="-909547"/>
            <a:ext cx="1951645" cy="4114800"/>
          </a:xfrm>
          <a:prstGeom prst="rect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770833-B897-B2D9-2F83-BE8A975D8A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rot="5400000">
            <a:off x="8848885" y="1296537"/>
            <a:ext cx="1951645" cy="4114800"/>
          </a:xfrm>
          <a:prstGeom prst="rect">
            <a:avLst/>
          </a:prstGeom>
          <a:ln w="76200">
            <a:solidFill>
              <a:schemeClr val="accent5">
                <a:lumMod val="20000"/>
                <a:lumOff val="80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7123F2-39CC-3E01-BF03-368C61B0F87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 rot="5400000">
            <a:off x="8878469" y="3522006"/>
            <a:ext cx="1951645" cy="4114800"/>
          </a:xfrm>
          <a:prstGeom prst="rect">
            <a:avLst/>
          </a:prstGeom>
          <a:ln w="76200">
            <a:solidFill>
              <a:schemeClr val="accent5">
                <a:lumMod val="20000"/>
                <a:lumOff val="80000"/>
              </a:schemeClr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813EF9A-5266-E599-7FAC-FCCC091001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208" y="864463"/>
            <a:ext cx="1010684" cy="125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650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24DEA1-04AC-6C4F-CA2A-B6079C5BC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589" y="2392590"/>
            <a:ext cx="2877526" cy="228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D24CCB-A027-1048-4BA4-E5AFED8CB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992" y="2481720"/>
            <a:ext cx="2772384" cy="228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98CFCC-1490-9C18-DF4C-635409372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2816" y="2481720"/>
            <a:ext cx="2772383" cy="2286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B4515B-47D3-FEE6-2E36-FDA6630FA6EA}"/>
              </a:ext>
            </a:extLst>
          </p:cNvPr>
          <p:cNvSpPr txBox="1"/>
          <p:nvPr/>
        </p:nvSpPr>
        <p:spPr>
          <a:xfrm>
            <a:off x="3338423" y="2023258"/>
            <a:ext cx="879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Ortho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B55F15-2846-4C36-C1FD-507B1CDF96B9}"/>
              </a:ext>
            </a:extLst>
          </p:cNvPr>
          <p:cNvSpPr txBox="1"/>
          <p:nvPr/>
        </p:nvSpPr>
        <p:spPr>
          <a:xfrm>
            <a:off x="6484189" y="2023258"/>
            <a:ext cx="879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Meta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8C14A3-2B70-BFC8-12A2-56CC12AD1FD1}"/>
              </a:ext>
            </a:extLst>
          </p:cNvPr>
          <p:cNvSpPr txBox="1"/>
          <p:nvPr/>
        </p:nvSpPr>
        <p:spPr>
          <a:xfrm>
            <a:off x="9571503" y="2023258"/>
            <a:ext cx="879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</a:p>
        </p:txBody>
      </p:sp>
    </p:spTree>
    <p:extLst>
      <p:ext uri="{BB962C8B-B14F-4D97-AF65-F5344CB8AC3E}">
        <p14:creationId xmlns:p14="http://schemas.microsoft.com/office/powerpoint/2010/main" val="3607203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7016</TotalTime>
  <Words>15</Words>
  <Application>Microsoft Macintosh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Foley, Jay</dc:creator>
  <cp:lastModifiedBy>Jay Foley</cp:lastModifiedBy>
  <cp:revision>11</cp:revision>
  <dcterms:created xsi:type="dcterms:W3CDTF">2026-04-22T20:06:46Z</dcterms:created>
  <dcterms:modified xsi:type="dcterms:W3CDTF">2026-05-11T13:33:55Z</dcterms:modified>
</cp:coreProperties>
</file>