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0" r:id="rId4"/>
    <p:sldId id="261" r:id="rId5"/>
    <p:sldId id="262" r:id="rId6"/>
    <p:sldId id="263" r:id="rId7"/>
    <p:sldId id="257" r:id="rId8"/>
    <p:sldId id="259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1070"/>
    <p:restoredTop sz="94786"/>
  </p:normalViewPr>
  <p:slideViewPr>
    <p:cSldViewPr snapToGrid="0">
      <p:cViewPr varScale="1">
        <p:scale>
          <a:sx n="60" d="100"/>
          <a:sy n="60" d="100"/>
        </p:scale>
        <p:origin x="184" y="1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DA1F7-1677-7C13-62EF-F80116AB3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313CC8-57F7-5173-C718-F9F1FEBBEF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38DE3-15BC-79A9-0D02-94F41779A0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B8BD7-9D3B-A930-18B6-034FD44A6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40615E-E008-1903-20A7-CB18E7C6B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3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C70E4-30B0-27F7-EE82-54A12723F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5BFA5-D199-EDDC-1930-D9000FC9C2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A5E88C-6FAA-BF6F-B50F-A5E72FC68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5BDED-58A9-3BFD-3B65-99C8FF89A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ADA05-EB82-C427-8700-E36076ED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2926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70DAE-6E41-9491-5D0B-1CEF67CF4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46212E-2829-21E7-42D1-ADB41DA68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9B8482-6659-691C-282B-77723FDAE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1B5E08-2D8C-48B1-B6C9-5768AE5F9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3BD88-A5C5-4D8E-692F-CC77E7EA3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0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31ED1-7419-5364-FAD2-600BCF9C0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464A07-7AEA-10BA-69F6-027F46B92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5995F-A311-6594-AE20-34348ADA24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26B67-90BC-9269-4169-ACAC91535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61FE8-6C63-3B72-CDD5-DFBD20CEF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F545-A1D2-1752-2D99-0FD7E5EA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40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5A55B-F76D-7FAD-38BA-138C61FD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EA7ECE-0F43-BD02-F211-F77F293848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3A68-D5AD-2E41-8FF3-6F534EB7D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C6EDDA-39EE-FD62-B506-B3BF0D3079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2995E-5682-72F9-9850-8B62721913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72BC9D-E6E6-0A15-3FF4-21C5A901B9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6BEADB-CA00-522C-13AC-0E0D4AEC8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E0B5D1-CFBD-E34F-9264-7224C3D8E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50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E9789-9025-4204-A5D4-AD6F15807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B29C2D-1AB4-8391-67BD-E255DCC7C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091511-7F81-6550-46F6-BA23A7022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B9A15A-F8BC-14C9-90AC-ACD64AC3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645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24E0F4-0E2C-0F5D-1D63-25C40AB31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5643E-C637-A585-30A5-207B97CF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2B245-295A-B61D-2CD6-AE3024BA8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1077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7C697-5D21-E4F3-84E4-35DF2A141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A7C96-E631-96EA-28A1-FFB8FF326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6C9D65-FB34-AB4B-4B3E-47E80DBEF3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4CFA45-159E-0D01-295C-D3C957911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2F5A2-C6BE-9C74-B9F3-7D9E7D7DC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A26DCA-B6AD-F42D-F11C-2334C9B9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0918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FBD08-0531-F07D-F9BB-85823224D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6AEC75-F23D-8C0B-7449-2067629C01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7E38A3-E976-D2EF-AEA4-2FF3DB0437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D880B0-ECD8-668E-92C4-C0CD0B1C68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B9AEDE-7F35-E4D3-DDFB-5D77CBDB1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EFE06-C412-0CB6-66B6-BB00B02C6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627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B76DB-7DDA-3B9D-2B0F-15FC23E6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EE0580-F585-93B0-65DA-83BE163E14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AA67A-A725-6D13-9D68-7A2691684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25BED9-ACA2-68D5-56AA-F588E92E6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D6AC06-C181-18F2-C126-8914A8718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19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2E455B-603B-F913-88E0-E91EEBBF4F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DFF953-3BEB-BB13-090F-C39770408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79673A-919D-1BDB-BFA2-75CCDEFEF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7C490-1FD1-9B63-2BA6-D75B409CC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FE1A-E7BB-FF09-AADA-3A8B9079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13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59DB33-044E-4C82-4520-D8E0E7D92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36C3D1-70F3-99D3-9B28-41ADE78DD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D72E7-EDA4-230F-A66A-5DBABD6062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79BDB9-17B2-5345-AD1C-D41C6CB17F17}" type="datetimeFigureOut">
              <a:rPr lang="en-US" smtClean="0"/>
              <a:t>5/3/26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B8ABE-E08D-4ED2-FAE6-00829D84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3A4098-87D4-3165-D6D9-B2FB7CCFF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F608A5-B36D-AA4B-88E3-F2064F1FE5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763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emf"/><Relationship Id="rId5" Type="http://schemas.openxmlformats.org/officeDocument/2006/relationships/image" Target="../media/image7.emf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3.emf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5708337-7199-3115-91A0-A5F1970584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9562"/>
            <a:ext cx="7784755" cy="5842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923EF6-73E6-36E5-2A5A-E26235F42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C7000E-A662-C08D-BBE3-F45DB07E4D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B889043-1D13-DF34-7F6A-12ABD24C5127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05BDD76-D6DB-FB52-4E2F-34EAA11FCD92}"/>
              </a:ext>
            </a:extLst>
          </p:cNvPr>
          <p:cNvSpPr txBox="1"/>
          <p:nvPr/>
        </p:nvSpPr>
        <p:spPr>
          <a:xfrm>
            <a:off x="2586813" y="-75981"/>
            <a:ext cx="7352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Cavity-Induced</a:t>
            </a:r>
            <a:r>
              <a:rPr lang="en-US" sz="2800" b="1" dirty="0"/>
              <a:t> Resonance Reweighting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773AEC-82A1-CBC2-EF60-0DAAA386E186}"/>
              </a:ext>
            </a:extLst>
          </p:cNvPr>
          <p:cNvSpPr txBox="1"/>
          <p:nvPr/>
        </p:nvSpPr>
        <p:spPr>
          <a:xfrm>
            <a:off x="9517257" y="22124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55D66A-CB14-7005-16ED-A8286BED2B7F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4FF6B3-D6FD-A99F-B64A-EC5D13AE3BFC}"/>
              </a:ext>
            </a:extLst>
          </p:cNvPr>
          <p:cNvSpPr txBox="1"/>
          <p:nvPr/>
        </p:nvSpPr>
        <p:spPr>
          <a:xfrm>
            <a:off x="8237049" y="26889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43061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0DD1D-5595-BF39-013E-12C8C5400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66D344-A4E5-1BAB-5EBF-AD488497F1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0" t="19439" r="7232"/>
          <a:stretch>
            <a:fillRect/>
          </a:stretch>
        </p:blipFill>
        <p:spPr>
          <a:xfrm>
            <a:off x="3894" y="923243"/>
            <a:ext cx="7743289" cy="54920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C0D6ADC-538B-9880-F155-5561245DA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8320911" y="-20567"/>
            <a:ext cx="3264913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22A1CF-F807-8990-F8E3-FFDF6BB3AA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8320910" y="3168144"/>
            <a:ext cx="3264913" cy="411480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0B48B92-EC3B-624B-FAF4-F073C5BA91DE}"/>
              </a:ext>
            </a:extLst>
          </p:cNvPr>
          <p:cNvCxnSpPr>
            <a:cxnSpLocks/>
          </p:cNvCxnSpPr>
          <p:nvPr/>
        </p:nvCxnSpPr>
        <p:spPr>
          <a:xfrm>
            <a:off x="9082217" y="2706130"/>
            <a:ext cx="0" cy="88695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C5A4D9C-E469-C3F9-6963-DFB90BA097AE}"/>
              </a:ext>
            </a:extLst>
          </p:cNvPr>
          <p:cNvSpPr txBox="1"/>
          <p:nvPr/>
        </p:nvSpPr>
        <p:spPr>
          <a:xfrm>
            <a:off x="9445817" y="14980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874324-5E99-E760-D572-AE9F0A18299D}"/>
              </a:ext>
            </a:extLst>
          </p:cNvPr>
          <p:cNvSpPr txBox="1"/>
          <p:nvPr/>
        </p:nvSpPr>
        <p:spPr>
          <a:xfrm>
            <a:off x="10066890" y="1108200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CA159-61D5-394D-031F-199E5C59D6CF}"/>
              </a:ext>
            </a:extLst>
          </p:cNvPr>
          <p:cNvSpPr txBox="1"/>
          <p:nvPr/>
        </p:nvSpPr>
        <p:spPr>
          <a:xfrm>
            <a:off x="8351976" y="1710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FA47D-BC06-49DC-6E25-976BFDDDDEDF}"/>
              </a:ext>
            </a:extLst>
          </p:cNvPr>
          <p:cNvSpPr txBox="1"/>
          <p:nvPr/>
        </p:nvSpPr>
        <p:spPr>
          <a:xfrm>
            <a:off x="7625512" y="1277658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D1B414-9E89-93C3-4E07-399AC91A1F31}"/>
              </a:ext>
            </a:extLst>
          </p:cNvPr>
          <p:cNvSpPr txBox="1"/>
          <p:nvPr/>
        </p:nvSpPr>
        <p:spPr>
          <a:xfrm>
            <a:off x="8239110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87C7CF-E780-F939-0CF8-8E073C20D135}"/>
              </a:ext>
            </a:extLst>
          </p:cNvPr>
          <p:cNvSpPr txBox="1"/>
          <p:nvPr/>
        </p:nvSpPr>
        <p:spPr>
          <a:xfrm>
            <a:off x="9343409" y="2435373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95A66-C863-1426-F7EC-C9AEC7EAA02A}"/>
              </a:ext>
            </a:extLst>
          </p:cNvPr>
          <p:cNvSpPr txBox="1"/>
          <p:nvPr/>
        </p:nvSpPr>
        <p:spPr>
          <a:xfrm>
            <a:off x="10066890" y="4219235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14A551-255E-65E4-6199-5E83AF7D7946}"/>
              </a:ext>
            </a:extLst>
          </p:cNvPr>
          <p:cNvSpPr txBox="1"/>
          <p:nvPr/>
        </p:nvSpPr>
        <p:spPr>
          <a:xfrm>
            <a:off x="9497945" y="3341033"/>
            <a:ext cx="4218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53BD87-DC88-58A4-7E03-DB2FD71DDFA5}"/>
              </a:ext>
            </a:extLst>
          </p:cNvPr>
          <p:cNvSpPr txBox="1"/>
          <p:nvPr/>
        </p:nvSpPr>
        <p:spPr>
          <a:xfrm>
            <a:off x="8346721" y="3331224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288892-D5AC-C974-CFF4-906C5FBF15C3}"/>
              </a:ext>
            </a:extLst>
          </p:cNvPr>
          <p:cNvSpPr txBox="1"/>
          <p:nvPr/>
        </p:nvSpPr>
        <p:spPr>
          <a:xfrm>
            <a:off x="7625512" y="4501232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25E6B87-2EB1-A057-8D56-62E229E672B2}"/>
              </a:ext>
            </a:extLst>
          </p:cNvPr>
          <p:cNvSpPr txBox="1"/>
          <p:nvPr/>
        </p:nvSpPr>
        <p:spPr>
          <a:xfrm>
            <a:off x="8239110" y="5669827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800DC5-B54C-DD10-D6AF-4056AF34669C}"/>
              </a:ext>
            </a:extLst>
          </p:cNvPr>
          <p:cNvSpPr txBox="1"/>
          <p:nvPr/>
        </p:nvSpPr>
        <p:spPr>
          <a:xfrm>
            <a:off x="9366532" y="5669826"/>
            <a:ext cx="3133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43131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723C50C-9215-CF50-0DE6-E23F9735D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500C26-5E4F-0B4A-FEF4-C4F31661E2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FF198E-A686-A22F-CDB6-3D4D8D533A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843E14-5EDE-8104-609F-C887B234555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8365E3D-C440-269C-31CE-B083F565083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8086" t="20382" r="7485"/>
          <a:stretch>
            <a:fillRect/>
          </a:stretch>
        </p:blipFill>
        <p:spPr>
          <a:xfrm>
            <a:off x="959005" y="3966426"/>
            <a:ext cx="4025591" cy="28491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35B1FE7-F944-1F35-8056-1EA45C7DC46C}"/>
              </a:ext>
            </a:extLst>
          </p:cNvPr>
          <p:cNvSpPr txBox="1"/>
          <p:nvPr/>
        </p:nvSpPr>
        <p:spPr>
          <a:xfrm>
            <a:off x="2537506" y="3410998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3027921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53CE-FAAB-F52B-B99B-AB15A9890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hexagon with a blue line&#10;&#10;AI-generated content may be incorrect.">
            <a:extLst>
              <a:ext uri="{FF2B5EF4-FFF2-40B4-BE49-F238E27FC236}">
                <a16:creationId xmlns:a16="http://schemas.microsoft.com/office/drawing/2014/main" id="{7198B9C6-2CFE-F4F2-D4BA-26A358205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7691779" y="3803650"/>
            <a:ext cx="1993900" cy="4114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434E6AE-8971-7636-E6DE-F4163752F7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119689"/>
            <a:ext cx="199390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1A1CD56-59A6-87A6-38C0-20C3DEDE52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1060450"/>
            <a:ext cx="1993900" cy="411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FB1782-18DC-5884-5B3E-B1F64EEBE2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83" t="20382" r="6916"/>
          <a:stretch>
            <a:fillRect/>
          </a:stretch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79CC314-5EAC-9FDA-EF4B-D5835BAED15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778F93D-ADC8-5629-49E8-B66931CBD685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1846191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152BA-B488-F686-35A6-D193E0F57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FA0E46-DC9A-7FCA-D5BD-695C69B7CB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E876575-8AB0-49B1-401C-B2310AFE6E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A4DEE0-4086-F4B6-2E90-A33B95DFF2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6E5D15-7102-2CDC-5C14-C65EA167AAC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959005" y="42437"/>
            <a:ext cx="4114800" cy="28491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75CD42-90FE-C276-BD39-5176EEDA33F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F441479-EFD0-1FC8-340B-95AEA3699AB0}"/>
              </a:ext>
            </a:extLst>
          </p:cNvPr>
          <p:cNvSpPr txBox="1"/>
          <p:nvPr/>
        </p:nvSpPr>
        <p:spPr>
          <a:xfrm>
            <a:off x="2375812" y="3204967"/>
            <a:ext cx="1281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A</a:t>
            </a:r>
          </a:p>
        </p:txBody>
      </p:sp>
    </p:spTree>
    <p:extLst>
      <p:ext uri="{BB962C8B-B14F-4D97-AF65-F5344CB8AC3E}">
        <p14:creationId xmlns:p14="http://schemas.microsoft.com/office/powerpoint/2010/main" val="11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269-10FD-9614-7754-E2EDCF5A9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5BECB8-AFC8-1BA9-B4C4-5DC157C637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5400000">
            <a:off x="7691779" y="4513133"/>
            <a:ext cx="1993900" cy="269583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5A87A1-6EF5-5C58-6F16-C40BDB91C3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5400000">
            <a:off x="7691779" y="1829172"/>
            <a:ext cx="1993900" cy="26958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AE578B4-F306-AE51-8A2B-0D1B829F457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5400000">
            <a:off x="7691779" y="-350967"/>
            <a:ext cx="1993900" cy="26958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26F50D8-A84F-9D9A-D525-007D5A140A3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873" b="3873"/>
          <a:stretch/>
        </p:blipFill>
        <p:spPr>
          <a:xfrm>
            <a:off x="818983" y="42437"/>
            <a:ext cx="4254822" cy="29460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203A23C-8752-CEC9-2364-AB321B08FBF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850" b="2850"/>
          <a:stretch/>
        </p:blipFill>
        <p:spPr>
          <a:xfrm>
            <a:off x="401445" y="3204967"/>
            <a:ext cx="4988116" cy="35303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E88B448-9543-51BF-CFE3-52C323AD617D}"/>
              </a:ext>
            </a:extLst>
          </p:cNvPr>
          <p:cNvSpPr txBox="1"/>
          <p:nvPr/>
        </p:nvSpPr>
        <p:spPr>
          <a:xfrm>
            <a:off x="2375812" y="3204967"/>
            <a:ext cx="1303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Direction D</a:t>
            </a:r>
          </a:p>
        </p:txBody>
      </p:sp>
    </p:spTree>
    <p:extLst>
      <p:ext uri="{BB962C8B-B14F-4D97-AF65-F5344CB8AC3E}">
        <p14:creationId xmlns:p14="http://schemas.microsoft.com/office/powerpoint/2010/main" val="2211820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ABB89CA-6173-54B4-843D-D1153F0A5C3E}"/>
              </a:ext>
            </a:extLst>
          </p:cNvPr>
          <p:cNvCxnSpPr/>
          <p:nvPr/>
        </p:nvCxnSpPr>
        <p:spPr>
          <a:xfrm flipH="1">
            <a:off x="3486150" y="3028950"/>
            <a:ext cx="2371725" cy="137160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795EA52-0DA4-171E-B5E1-F849A2A6D126}"/>
              </a:ext>
            </a:extLst>
          </p:cNvPr>
          <p:cNvCxnSpPr>
            <a:cxnSpLocks/>
          </p:cNvCxnSpPr>
          <p:nvPr/>
        </p:nvCxnSpPr>
        <p:spPr>
          <a:xfrm>
            <a:off x="5857875" y="3028950"/>
            <a:ext cx="2243138" cy="80010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6" descr="A molecule model of a molecule&#10;&#10;AI-generated content may be incorrect.">
            <a:extLst>
              <a:ext uri="{FF2B5EF4-FFF2-40B4-BE49-F238E27FC236}">
                <a16:creationId xmlns:a16="http://schemas.microsoft.com/office/drawing/2014/main" id="{0DC31476-A21B-8FFD-42DC-BC8178FB6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892" t="20315" r="17218" b="9182"/>
          <a:stretch>
            <a:fillRect/>
          </a:stretch>
        </p:blipFill>
        <p:spPr>
          <a:xfrm>
            <a:off x="3157538" y="1743075"/>
            <a:ext cx="5043488" cy="3371850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6294BE-CDDA-9C90-D964-58501C0BE0C0}"/>
              </a:ext>
            </a:extLst>
          </p:cNvPr>
          <p:cNvCxnSpPr>
            <a:cxnSpLocks/>
          </p:cNvCxnSpPr>
          <p:nvPr/>
        </p:nvCxnSpPr>
        <p:spPr>
          <a:xfrm flipV="1">
            <a:off x="5857875" y="1028700"/>
            <a:ext cx="0" cy="200025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/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8D7505-D17F-EC90-8FAA-01675BD976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282" y="474702"/>
                <a:ext cx="397545" cy="677108"/>
              </a:xfrm>
              <a:prstGeom prst="rect">
                <a:avLst/>
              </a:prstGeom>
              <a:blipFill>
                <a:blip r:embed="rId3"/>
                <a:stretch>
                  <a:fillRect l="-18750" t="-18519" r="-31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/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3FB90A4-A147-CC7E-21CD-2C44D4E54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3915" y="4080629"/>
                <a:ext cx="432234" cy="677108"/>
              </a:xfrm>
              <a:prstGeom prst="rect">
                <a:avLst/>
              </a:prstGeom>
              <a:blipFill>
                <a:blip r:embed="rId4"/>
                <a:stretch>
                  <a:fillRect l="-17143" t="-18519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/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en-US" sz="4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1441869-61EF-7822-DEE2-E71E765DF9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1013" y="3490497"/>
                <a:ext cx="440825" cy="677108"/>
              </a:xfrm>
              <a:prstGeom prst="rect">
                <a:avLst/>
              </a:prstGeom>
              <a:blipFill>
                <a:blip r:embed="rId5"/>
                <a:stretch>
                  <a:fillRect l="-27778" t="-20370" r="-27778" b="-2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C05AF47-4E0F-6C11-D76D-1EB97BE7C1DB}"/>
              </a:ext>
            </a:extLst>
          </p:cNvPr>
          <p:cNvCxnSpPr>
            <a:cxnSpLocks/>
          </p:cNvCxnSpPr>
          <p:nvPr/>
        </p:nvCxnSpPr>
        <p:spPr>
          <a:xfrm flipV="1">
            <a:off x="5899485" y="1743075"/>
            <a:ext cx="1079959" cy="128587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/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4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acc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286F9FE-0745-DC78-6B3B-B9BD4B925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1560" y="1188001"/>
                <a:ext cx="535781" cy="707886"/>
              </a:xfrm>
              <a:prstGeom prst="rect">
                <a:avLst/>
              </a:prstGeom>
              <a:blipFill>
                <a:blip r:embed="rId6"/>
                <a:stretch>
                  <a:fillRect t="-8772" r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179243BF-AB56-4951-9AC8-BE8D38239B97}"/>
              </a:ext>
            </a:extLst>
          </p:cNvPr>
          <p:cNvCxnSpPr>
            <a:cxnSpLocks/>
          </p:cNvCxnSpPr>
          <p:nvPr/>
        </p:nvCxnSpPr>
        <p:spPr>
          <a:xfrm>
            <a:off x="5878054" y="3050606"/>
            <a:ext cx="699825" cy="1556890"/>
          </a:xfrm>
          <a:prstGeom prst="straightConnector1">
            <a:avLst/>
          </a:prstGeom>
          <a:ln w="57150">
            <a:solidFill>
              <a:srgbClr val="C00000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273F567-A1DC-2E1C-E090-9A8EAEA76AF0}"/>
              </a:ext>
            </a:extLst>
          </p:cNvPr>
          <p:cNvSpPr/>
          <p:nvPr/>
        </p:nvSpPr>
        <p:spPr>
          <a:xfrm rot="8788665">
            <a:off x="4890501" y="2725270"/>
            <a:ext cx="1855098" cy="1494191"/>
          </a:xfrm>
          <a:prstGeom prst="arc">
            <a:avLst>
              <a:gd name="adj1" fmla="val 15800782"/>
              <a:gd name="adj2" fmla="val 1305061"/>
            </a:avLst>
          </a:prstGeom>
          <a:ln w="44450">
            <a:solidFill>
              <a:srgbClr val="C0000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/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𝜙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19D96E54-1D3D-3057-4ED0-D96B73E09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0798" y="4225201"/>
                <a:ext cx="535781" cy="707886"/>
              </a:xfrm>
              <a:prstGeom prst="rect">
                <a:avLst/>
              </a:prstGeom>
              <a:blipFill>
                <a:blip r:embed="rId7"/>
                <a:stretch>
                  <a:fillRect l="-23256" r="-25581" b="-17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/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4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429666E-E2F0-4A3C-EBDC-66BC35C099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2098" y="1346620"/>
                <a:ext cx="535781" cy="707886"/>
              </a:xfrm>
              <a:prstGeom prst="rect">
                <a:avLst/>
              </a:prstGeom>
              <a:blipFill>
                <a:blip r:embed="rId8"/>
                <a:stretch>
                  <a:fillRect l="-9302" r="-93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Arc 35">
            <a:extLst>
              <a:ext uri="{FF2B5EF4-FFF2-40B4-BE49-F238E27FC236}">
                <a16:creationId xmlns:a16="http://schemas.microsoft.com/office/drawing/2014/main" id="{CF345759-424A-C202-7D87-3FB96E7E5A7F}"/>
              </a:ext>
            </a:extLst>
          </p:cNvPr>
          <p:cNvSpPr/>
          <p:nvPr/>
        </p:nvSpPr>
        <p:spPr>
          <a:xfrm>
            <a:off x="5345331" y="1928812"/>
            <a:ext cx="1187399" cy="914400"/>
          </a:xfrm>
          <a:prstGeom prst="arc">
            <a:avLst>
              <a:gd name="adj1" fmla="val 16200000"/>
              <a:gd name="adj2" fmla="val 20169674"/>
            </a:avLst>
          </a:prstGeom>
          <a:ln w="34925">
            <a:solidFill>
              <a:srgbClr val="C0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7B06EE-8912-828C-C4E0-8CBE1CC421F4}"/>
              </a:ext>
            </a:extLst>
          </p:cNvPr>
          <p:cNvSpPr txBox="1"/>
          <p:nvPr/>
        </p:nvSpPr>
        <p:spPr>
          <a:xfrm>
            <a:off x="5029466" y="3036956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96D3EA-5EB1-0E7C-31C7-B880585F2395}"/>
              </a:ext>
            </a:extLst>
          </p:cNvPr>
          <p:cNvSpPr txBox="1"/>
          <p:nvPr/>
        </p:nvSpPr>
        <p:spPr>
          <a:xfrm>
            <a:off x="5797107" y="336012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FA2DA6-16A1-1C30-E008-AFE3CFA5240F}"/>
              </a:ext>
            </a:extLst>
          </p:cNvPr>
          <p:cNvSpPr txBox="1"/>
          <p:nvPr/>
        </p:nvSpPr>
        <p:spPr>
          <a:xfrm>
            <a:off x="6550284" y="2906195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6AC567A-4265-1BF9-C2AC-C26779BC92D1}"/>
              </a:ext>
            </a:extLst>
          </p:cNvPr>
          <p:cNvSpPr txBox="1"/>
          <p:nvPr/>
        </p:nvSpPr>
        <p:spPr>
          <a:xfrm>
            <a:off x="6344274" y="230025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F3CE73-0B7F-F587-DDCE-DAEFEE74AA5C}"/>
              </a:ext>
            </a:extLst>
          </p:cNvPr>
          <p:cNvSpPr txBox="1"/>
          <p:nvPr/>
        </p:nvSpPr>
        <p:spPr>
          <a:xfrm>
            <a:off x="5631060" y="2100528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1D413D-8505-D85C-4FD9-0B2B5AB2BE65}"/>
              </a:ext>
            </a:extLst>
          </p:cNvPr>
          <p:cNvSpPr txBox="1"/>
          <p:nvPr/>
        </p:nvSpPr>
        <p:spPr>
          <a:xfrm>
            <a:off x="4984549" y="2437981"/>
            <a:ext cx="4536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26161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4F0E41-7571-614E-5349-3D461B299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75" y="1112678"/>
            <a:ext cx="5854700" cy="4394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950F29-273F-0B47-3F73-F63B12BBC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8165082" y="-230827"/>
            <a:ext cx="2182826" cy="26870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5E26EA-72BB-C7DD-B0F9-DB48109810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122553" y="2160508"/>
            <a:ext cx="2182828" cy="26870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C6D8F4-34F0-8757-9844-907093805A7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122552" y="4444445"/>
            <a:ext cx="2182826" cy="268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1105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17031-EDC7-DF80-6D7A-B18F855F4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5C564B7-F17B-3CD9-4482-C153193F98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 rot="16200000">
            <a:off x="8682652" y="4371643"/>
            <a:ext cx="2213141" cy="274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D0943A-707D-2A50-8AD7-3AE4F7D889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1231900"/>
            <a:ext cx="5854700" cy="4394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90F9AC9-8825-B29C-548B-7A2FCAA95FF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627381" y="2090297"/>
            <a:ext cx="2213141" cy="26669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6F7C02C-4C6B-2275-0BA2-BF27072BAB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682653" y="-207905"/>
            <a:ext cx="2213141" cy="2666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467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0235D-5502-F91C-48D2-CF1B61644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61D9822-8215-7011-405D-841ABF37A7D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1300" y="1231900"/>
            <a:ext cx="5854700" cy="43942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88375E1-ED2B-3803-87FE-EAAF71BFF5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6200000">
            <a:off x="8749426" y="-664242"/>
            <a:ext cx="1717729" cy="37922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E770833-B897-B2D9-2F83-BE8A975D8A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 rot="16200000">
            <a:off x="8749425" y="1653462"/>
            <a:ext cx="1717729" cy="35510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C7123F2-39CC-3E01-BF03-368C61B0F87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 rot="16200000">
            <a:off x="8749425" y="3850564"/>
            <a:ext cx="1717729" cy="3551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650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2884</TotalTime>
  <Words>38</Words>
  <Application>Microsoft Macintosh PowerPoint</Application>
  <PresentationFormat>Widescreen</PresentationFormat>
  <Paragraphs>32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Foley, Jay</dc:creator>
  <cp:lastModifiedBy>Jay Foley</cp:lastModifiedBy>
  <cp:revision>6</cp:revision>
  <dcterms:created xsi:type="dcterms:W3CDTF">2026-04-22T20:06:46Z</dcterms:created>
  <dcterms:modified xsi:type="dcterms:W3CDTF">2026-05-03T15:03:50Z</dcterms:modified>
</cp:coreProperties>
</file>