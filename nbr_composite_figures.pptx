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55"/>
    <p:restoredTop sz="94748"/>
  </p:normalViewPr>
  <p:slideViewPr>
    <p:cSldViewPr snapToGrid="0">
      <p:cViewPr varScale="1">
        <p:scale>
          <a:sx n="110" d="100"/>
          <a:sy n="110" d="100"/>
        </p:scale>
        <p:origin x="19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A1F7-1677-7C13-62EF-F80116AB3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313CC8-57F7-5173-C718-F9F1FEBBE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38DE3-15BC-79A9-0D02-94F41779A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B8BD7-9D3B-A930-18B6-034FD44A6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0615E-E008-1903-20A7-CB18E7C6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36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C70E4-30B0-27F7-EE82-54A12723F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5BFA5-D199-EDDC-1930-D9000FC9C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5E88C-6FAA-BF6F-B50F-A5E72FC68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5BDED-58A9-3BFD-3B65-99C8FF89A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ADA05-EB82-C427-8700-E36076ED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292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70DAE-6E41-9491-5D0B-1CEF67CF4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46212E-2829-21E7-42D1-ADB41DA68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B8482-6659-691C-282B-77723FDAE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B5E08-2D8C-48B1-B6C9-5768AE5F9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3BD88-A5C5-4D8E-692F-CC77E7EA3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0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31ED1-7419-5364-FAD2-600BCF9C0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64A07-7AEA-10BA-69F6-027F46B92D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5995F-A311-6594-AE20-34348ADA2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26B67-90BC-9269-4169-ACAC91535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861FE8-6C63-3B72-CDD5-DFBD20CEF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FF545-A1D2-1752-2D99-0FD7E5EA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40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5A55B-F76D-7FAD-38BA-138C61FD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A7ECE-0F43-BD02-F211-F77F29384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D3A68-D5AD-2E41-8FF3-6F534EB7D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C6EDDA-39EE-FD62-B506-B3BF0D3079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2995E-5682-72F9-9850-8B62721913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2BC9D-E6E6-0A15-3FF4-21C5A901B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6BEADB-CA00-522C-13AC-0E0D4AEC8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E0B5D1-CFBD-E34F-9264-7224C3D8E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50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9789-9025-4204-A5D4-AD6F15807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B29C2D-1AB4-8391-67BD-E255DCC7C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091511-7F81-6550-46F6-BA23A7022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B9A15A-F8BC-14C9-90AC-ACD64AC3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45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24E0F4-0E2C-0F5D-1D63-25C40AB31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5643E-C637-A585-30A5-207B97CF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B245-295A-B61D-2CD6-AE3024BA8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07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7C697-5D21-E4F3-84E4-35DF2A141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A7C96-E631-96EA-28A1-FFB8FF326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6C9D65-FB34-AB4B-4B3E-47E80DBEF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4CFA45-159E-0D01-295C-D3C957911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2F5A2-C6BE-9C74-B9F3-7D9E7D7DC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26DCA-B6AD-F42D-F11C-2334C9B9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091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FBD08-0531-F07D-F9BB-85823224D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6AEC75-F23D-8C0B-7449-2067629C01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7E38A3-E976-D2EF-AEA4-2FF3DB0437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D880B0-ECD8-668E-92C4-C0CD0B1C6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9AEDE-7F35-E4D3-DDFB-5D77CBDB1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EFE06-C412-0CB6-66B6-BB00B02C6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27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B76DB-7DDA-3B9D-2B0F-15FC23E63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EE0580-F585-93B0-65DA-83BE163E1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AA67A-A725-6D13-9D68-7A2691684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25BED9-ACA2-68D5-56AA-F588E92E6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6AC06-C181-18F2-C126-8914A8718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19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2E455B-603B-F913-88E0-E91EEBBF4F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DFF953-3BEB-BB13-090F-C39770408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9673A-919D-1BDB-BFA2-75CCDEFEF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7C490-1FD1-9B63-2BA6-D75B409CC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FE1A-E7BB-FF09-AADA-3A8B9079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13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9DB33-044E-4C82-4520-D8E0E7D9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36C3D1-70F3-99D3-9B28-41ADE78DD7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D72E7-EDA4-230F-A66A-5DBABD6062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79BDB9-17B2-5345-AD1C-D41C6CB17F1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B8ABE-E08D-4ED2-FAE6-00829D846D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A4098-87D4-3165-D6D9-B2FB7CCFFA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76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708337-7199-3115-91A0-A5F197058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562"/>
            <a:ext cx="7784755" cy="58427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23EF6-73E6-36E5-2A5A-E26235F42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C7000E-A662-C08D-BBE3-F45DB07E4D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B889043-1D13-DF34-7F6A-12ABD24C5127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05BDD76-D6DB-FB52-4E2F-34EAA11FCD92}"/>
              </a:ext>
            </a:extLst>
          </p:cNvPr>
          <p:cNvSpPr txBox="1"/>
          <p:nvPr/>
        </p:nvSpPr>
        <p:spPr>
          <a:xfrm>
            <a:off x="2586813" y="-75981"/>
            <a:ext cx="7352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Cavity-Induced</a:t>
            </a:r>
            <a:r>
              <a:rPr lang="en-US" sz="2800" b="1" dirty="0"/>
              <a:t> Resonance Reweighting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773AEC-82A1-CBC2-EF60-0DAAA386E186}"/>
              </a:ext>
            </a:extLst>
          </p:cNvPr>
          <p:cNvSpPr txBox="1"/>
          <p:nvPr/>
        </p:nvSpPr>
        <p:spPr>
          <a:xfrm>
            <a:off x="9517257" y="22124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55D66A-CB14-7005-16ED-A8286BED2B7F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4FF6B3-D6FD-A99F-B64A-EC5D13AE3BFC}"/>
              </a:ext>
            </a:extLst>
          </p:cNvPr>
          <p:cNvSpPr txBox="1"/>
          <p:nvPr/>
        </p:nvSpPr>
        <p:spPr>
          <a:xfrm>
            <a:off x="8237049" y="26889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43061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0DD1D-5595-BF39-013E-12C8C5400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66D344-A4E5-1BAB-5EBF-AD488497F1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0" t="19439" r="7232"/>
          <a:stretch>
            <a:fillRect/>
          </a:stretch>
        </p:blipFill>
        <p:spPr>
          <a:xfrm>
            <a:off x="3894" y="923243"/>
            <a:ext cx="7743289" cy="5492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0D6ADC-538B-9880-F155-5561245DA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22A1CF-F807-8990-F8E3-FFDF6BB3A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48B92-EC3B-624B-FAF4-F073C5BA91DE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C5A4D9C-E469-C3F9-6963-DFB90BA097AE}"/>
              </a:ext>
            </a:extLst>
          </p:cNvPr>
          <p:cNvSpPr txBox="1"/>
          <p:nvPr/>
        </p:nvSpPr>
        <p:spPr>
          <a:xfrm>
            <a:off x="9445817" y="14980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874324-5E99-E760-D572-AE9F0A18299D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CA159-61D5-394D-031F-199E5C59D6CF}"/>
              </a:ext>
            </a:extLst>
          </p:cNvPr>
          <p:cNvSpPr txBox="1"/>
          <p:nvPr/>
        </p:nvSpPr>
        <p:spPr>
          <a:xfrm>
            <a:off x="8351976" y="1710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EFA47D-BC06-49DC-6E25-976BFDDDDEDF}"/>
              </a:ext>
            </a:extLst>
          </p:cNvPr>
          <p:cNvSpPr txBox="1"/>
          <p:nvPr/>
        </p:nvSpPr>
        <p:spPr>
          <a:xfrm>
            <a:off x="7625512" y="1277658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1B414-9E89-93C3-4E07-399AC91A1F31}"/>
              </a:ext>
            </a:extLst>
          </p:cNvPr>
          <p:cNvSpPr txBox="1"/>
          <p:nvPr/>
        </p:nvSpPr>
        <p:spPr>
          <a:xfrm>
            <a:off x="8239110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7C7CF-E780-F939-0CF8-8E073C20D135}"/>
              </a:ext>
            </a:extLst>
          </p:cNvPr>
          <p:cNvSpPr txBox="1"/>
          <p:nvPr/>
        </p:nvSpPr>
        <p:spPr>
          <a:xfrm>
            <a:off x="9343409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795A66-C863-1426-F7EC-C9AEC7EAA02A}"/>
              </a:ext>
            </a:extLst>
          </p:cNvPr>
          <p:cNvSpPr txBox="1"/>
          <p:nvPr/>
        </p:nvSpPr>
        <p:spPr>
          <a:xfrm>
            <a:off x="10066890" y="421923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14A551-255E-65E4-6199-5E83AF7D7946}"/>
              </a:ext>
            </a:extLst>
          </p:cNvPr>
          <p:cNvSpPr txBox="1"/>
          <p:nvPr/>
        </p:nvSpPr>
        <p:spPr>
          <a:xfrm>
            <a:off x="9497945" y="334103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3BD87-DC88-58A4-7E03-DB2FD71DDFA5}"/>
              </a:ext>
            </a:extLst>
          </p:cNvPr>
          <p:cNvSpPr txBox="1"/>
          <p:nvPr/>
        </p:nvSpPr>
        <p:spPr>
          <a:xfrm>
            <a:off x="8346721" y="33312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288892-D5AC-C974-CFF4-906C5FBF15C3}"/>
              </a:ext>
            </a:extLst>
          </p:cNvPr>
          <p:cNvSpPr txBox="1"/>
          <p:nvPr/>
        </p:nvSpPr>
        <p:spPr>
          <a:xfrm>
            <a:off x="7625512" y="4501232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5E6B87-2EB1-A057-8D56-62E229E672B2}"/>
              </a:ext>
            </a:extLst>
          </p:cNvPr>
          <p:cNvSpPr txBox="1"/>
          <p:nvPr/>
        </p:nvSpPr>
        <p:spPr>
          <a:xfrm>
            <a:off x="8239110" y="5669827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800DC5-B54C-DD10-D6AF-4056AF34669C}"/>
              </a:ext>
            </a:extLst>
          </p:cNvPr>
          <p:cNvSpPr txBox="1"/>
          <p:nvPr/>
        </p:nvSpPr>
        <p:spPr>
          <a:xfrm>
            <a:off x="9366532" y="5669826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3131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BB89CA-6173-54B4-843D-D1153F0A5C3E}"/>
              </a:ext>
            </a:extLst>
          </p:cNvPr>
          <p:cNvCxnSpPr/>
          <p:nvPr/>
        </p:nvCxnSpPr>
        <p:spPr>
          <a:xfrm flipH="1">
            <a:off x="3486150" y="3028950"/>
            <a:ext cx="2371725" cy="1371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95EA52-0DA4-171E-B5E1-F849A2A6D126}"/>
              </a:ext>
            </a:extLst>
          </p:cNvPr>
          <p:cNvCxnSpPr>
            <a:cxnSpLocks/>
          </p:cNvCxnSpPr>
          <p:nvPr/>
        </p:nvCxnSpPr>
        <p:spPr>
          <a:xfrm>
            <a:off x="5857875" y="3028950"/>
            <a:ext cx="2243138" cy="80010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molecule model of a molecule&#10;&#10;AI-generated content may be incorrect.">
            <a:extLst>
              <a:ext uri="{FF2B5EF4-FFF2-40B4-BE49-F238E27FC236}">
                <a16:creationId xmlns:a16="http://schemas.microsoft.com/office/drawing/2014/main" id="{0DC31476-A21B-8FFD-42DC-BC8178FB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92" t="20315" r="17218" b="9182"/>
          <a:stretch>
            <a:fillRect/>
          </a:stretch>
        </p:blipFill>
        <p:spPr>
          <a:xfrm>
            <a:off x="3157538" y="1743075"/>
            <a:ext cx="5043488" cy="337185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6294BE-CDDA-9C90-D964-58501C0BE0C0}"/>
              </a:ext>
            </a:extLst>
          </p:cNvPr>
          <p:cNvCxnSpPr>
            <a:cxnSpLocks/>
          </p:cNvCxnSpPr>
          <p:nvPr/>
        </p:nvCxnSpPr>
        <p:spPr>
          <a:xfrm flipV="1">
            <a:off x="5857875" y="1028700"/>
            <a:ext cx="0" cy="200025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/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blipFill>
                <a:blip r:embed="rId3"/>
                <a:stretch>
                  <a:fillRect l="-18750" t="-18519" r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/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blipFill>
                <a:blip r:embed="rId4"/>
                <a:stretch>
                  <a:fillRect l="-17143" t="-18519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/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blipFill>
                <a:blip r:embed="rId5"/>
                <a:stretch>
                  <a:fillRect l="-27778" t="-20370" r="-27778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C05AF47-4E0F-6C11-D76D-1EB97BE7C1DB}"/>
              </a:ext>
            </a:extLst>
          </p:cNvPr>
          <p:cNvCxnSpPr>
            <a:cxnSpLocks/>
          </p:cNvCxnSpPr>
          <p:nvPr/>
        </p:nvCxnSpPr>
        <p:spPr>
          <a:xfrm flipV="1">
            <a:off x="5899485" y="1743075"/>
            <a:ext cx="1079959" cy="128587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/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blipFill>
                <a:blip r:embed="rId6"/>
                <a:stretch>
                  <a:fillRect t="-8772" r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79243BF-AB56-4951-9AC8-BE8D38239B97}"/>
              </a:ext>
            </a:extLst>
          </p:cNvPr>
          <p:cNvCxnSpPr>
            <a:cxnSpLocks/>
          </p:cNvCxnSpPr>
          <p:nvPr/>
        </p:nvCxnSpPr>
        <p:spPr>
          <a:xfrm>
            <a:off x="5878054" y="3050606"/>
            <a:ext cx="699825" cy="1556890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F273F567-A1DC-2E1C-E090-9A8EAEA76AF0}"/>
              </a:ext>
            </a:extLst>
          </p:cNvPr>
          <p:cNvSpPr/>
          <p:nvPr/>
        </p:nvSpPr>
        <p:spPr>
          <a:xfrm rot="8788665">
            <a:off x="4890501" y="2725270"/>
            <a:ext cx="1855098" cy="1494191"/>
          </a:xfrm>
          <a:prstGeom prst="arc">
            <a:avLst>
              <a:gd name="adj1" fmla="val 15800782"/>
              <a:gd name="adj2" fmla="val 1305061"/>
            </a:avLst>
          </a:prstGeom>
          <a:ln w="44450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/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blipFill>
                <a:blip r:embed="rId7"/>
                <a:stretch>
                  <a:fillRect l="-23256" r="-25581" b="-17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/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blipFill>
                <a:blip r:embed="rId8"/>
                <a:stretch>
                  <a:fillRect l="-9302" r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rc 35">
            <a:extLst>
              <a:ext uri="{FF2B5EF4-FFF2-40B4-BE49-F238E27FC236}">
                <a16:creationId xmlns:a16="http://schemas.microsoft.com/office/drawing/2014/main" id="{CF345759-424A-C202-7D87-3FB96E7E5A7F}"/>
              </a:ext>
            </a:extLst>
          </p:cNvPr>
          <p:cNvSpPr/>
          <p:nvPr/>
        </p:nvSpPr>
        <p:spPr>
          <a:xfrm>
            <a:off x="5345331" y="1928812"/>
            <a:ext cx="1187399" cy="914400"/>
          </a:xfrm>
          <a:prstGeom prst="arc">
            <a:avLst>
              <a:gd name="adj1" fmla="val 16200000"/>
              <a:gd name="adj2" fmla="val 20169674"/>
            </a:avLst>
          </a:prstGeom>
          <a:ln w="34925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7B06EE-8912-828C-C4E0-8CBE1CC421F4}"/>
              </a:ext>
            </a:extLst>
          </p:cNvPr>
          <p:cNvSpPr txBox="1"/>
          <p:nvPr/>
        </p:nvSpPr>
        <p:spPr>
          <a:xfrm>
            <a:off x="5029466" y="3036956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96D3EA-5EB1-0E7C-31C7-B880585F2395}"/>
              </a:ext>
            </a:extLst>
          </p:cNvPr>
          <p:cNvSpPr txBox="1"/>
          <p:nvPr/>
        </p:nvSpPr>
        <p:spPr>
          <a:xfrm>
            <a:off x="5797107" y="336012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FA2DA6-16A1-1C30-E008-AFE3CFA5240F}"/>
              </a:ext>
            </a:extLst>
          </p:cNvPr>
          <p:cNvSpPr txBox="1"/>
          <p:nvPr/>
        </p:nvSpPr>
        <p:spPr>
          <a:xfrm>
            <a:off x="6550284" y="2906195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AC567A-4265-1BF9-C2AC-C26779BC92D1}"/>
              </a:ext>
            </a:extLst>
          </p:cNvPr>
          <p:cNvSpPr txBox="1"/>
          <p:nvPr/>
        </p:nvSpPr>
        <p:spPr>
          <a:xfrm>
            <a:off x="6344274" y="230025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F3CE73-0B7F-F587-DDCE-DAEFEE74AA5C}"/>
              </a:ext>
            </a:extLst>
          </p:cNvPr>
          <p:cNvSpPr txBox="1"/>
          <p:nvPr/>
        </p:nvSpPr>
        <p:spPr>
          <a:xfrm>
            <a:off x="5631060" y="2100528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1D413D-8505-D85C-4FD9-0B2B5AB2BE65}"/>
              </a:ext>
            </a:extLst>
          </p:cNvPr>
          <p:cNvSpPr txBox="1"/>
          <p:nvPr/>
        </p:nvSpPr>
        <p:spPr>
          <a:xfrm>
            <a:off x="4984549" y="243798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26161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2786</TotalTime>
  <Words>30</Words>
  <Application>Microsoft Macintosh PowerPoint</Application>
  <PresentationFormat>Widescreen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Foley, Jay</dc:creator>
  <cp:lastModifiedBy>Jay Foley</cp:lastModifiedBy>
  <cp:revision>3</cp:revision>
  <dcterms:created xsi:type="dcterms:W3CDTF">2026-04-22T20:06:46Z</dcterms:created>
  <dcterms:modified xsi:type="dcterms:W3CDTF">2026-04-24T18:37:58Z</dcterms:modified>
</cp:coreProperties>
</file>