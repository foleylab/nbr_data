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56"/>
    <p:restoredTop sz="94733"/>
  </p:normalViewPr>
  <p:slideViewPr>
    <p:cSldViewPr snapToGrid="0">
      <p:cViewPr varScale="1">
        <p:scale>
          <a:sx n="89" d="100"/>
          <a:sy n="89" d="100"/>
        </p:scale>
        <p:origin x="18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2786</TotalTime>
  <Words>30</Words>
  <Application>Microsoft Macintosh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3</cp:revision>
  <dcterms:created xsi:type="dcterms:W3CDTF">2026-04-22T20:06:46Z</dcterms:created>
  <dcterms:modified xsi:type="dcterms:W3CDTF">2026-04-24T18:36:48Z</dcterms:modified>
</cp:coreProperties>
</file>