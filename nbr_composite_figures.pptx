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85"/>
    <p:restoredTop sz="94722"/>
  </p:normalViewPr>
  <p:slideViewPr>
    <p:cSldViewPr snapToGrid="0">
      <p:cViewPr varScale="1">
        <p:scale>
          <a:sx n="89" d="100"/>
          <a:sy n="89" d="100"/>
        </p:scale>
        <p:origin x="18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A1F7-1677-7C13-62EF-F80116AB3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313CC8-57F7-5173-C718-F9F1FEBBE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38DE3-15BC-79A9-0D02-94F41779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B8BD7-9D3B-A930-18B6-034FD44A6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0615E-E008-1903-20A7-CB18E7C6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3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C70E4-30B0-27F7-EE82-54A12723F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5BFA5-D199-EDDC-1930-D9000FC9C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5E88C-6FAA-BF6F-B50F-A5E72FC6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5BDED-58A9-3BFD-3B65-99C8FF89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ADA05-EB82-C427-8700-E36076EDF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292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0DAE-6E41-9491-5D0B-1CEF67CF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6212E-2829-21E7-42D1-ADB41DA68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B8482-6659-691C-282B-77723FDAE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B5E08-2D8C-48B1-B6C9-5768AE5F9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3BD88-A5C5-4D8E-692F-CC77E7EA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31ED1-7419-5364-FAD2-600BCF9C0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64A07-7AEA-10BA-69F6-027F46B92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5995F-A311-6594-AE20-34348ADA2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26B67-90BC-9269-4169-ACAC91535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61FE8-6C63-3B72-CDD5-DFBD20CEF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FF545-A1D2-1752-2D99-0FD7E5EA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40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5A55B-F76D-7FAD-38BA-138C61FDD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A7ECE-0F43-BD02-F211-F77F29384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D3A68-D5AD-2E41-8FF3-6F534EB7D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C6EDDA-39EE-FD62-B506-B3BF0D3079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2995E-5682-72F9-9850-8B6272191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2BC9D-E6E6-0A15-3FF4-21C5A901B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6BEADB-CA00-522C-13AC-0E0D4AEC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E0B5D1-CFBD-E34F-9264-7224C3D8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5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9789-9025-4204-A5D4-AD6F15807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29C2D-1AB4-8391-67BD-E255DCC7C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91511-7F81-6550-46F6-BA23A7022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B9A15A-F8BC-14C9-90AC-ACD64AC3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4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24E0F4-0E2C-0F5D-1D63-25C40AB31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5643E-C637-A585-30A5-207B97CF9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2B245-295A-B61D-2CD6-AE3024BA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07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C697-5D21-E4F3-84E4-35DF2A14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A7C96-E631-96EA-28A1-FFB8FF326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C9D65-FB34-AB4B-4B3E-47E80DBEF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CFA45-159E-0D01-295C-D3C957911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2F5A2-C6BE-9C74-B9F3-7D9E7D7D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26DCA-B6AD-F42D-F11C-2334C9B9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9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BD08-0531-F07D-F9BB-85823224D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6AEC75-F23D-8C0B-7449-2067629C0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E38A3-E976-D2EF-AEA4-2FF3DB043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D880B0-ECD8-668E-92C4-C0CD0B1C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9AEDE-7F35-E4D3-DDFB-5D77CBDB1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EFE06-C412-0CB6-66B6-BB00B02C6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062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B76DB-7DDA-3B9D-2B0F-15FC23E6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EE0580-F585-93B0-65DA-83BE163E1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AA67A-A725-6D13-9D68-7A2691684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5BED9-ACA2-68D5-56AA-F588E92E6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6AC06-C181-18F2-C126-8914A871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71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2E455B-603B-F913-88E0-E91EEBBF4F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DFF953-3BEB-BB13-090F-C39770408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9673A-919D-1BDB-BFA2-75CCDEFEF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7C490-1FD1-9B63-2BA6-D75B409CC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5FE1A-E7BB-FF09-AADA-3A8B9079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1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9DB33-044E-4C82-4520-D8E0E7D9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36C3D1-70F3-99D3-9B28-41ADE78DD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D72E7-EDA4-230F-A66A-5DBABD6062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79BDB9-17B2-5345-AD1C-D41C6CB17F17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CB8ABE-E08D-4ED2-FAE6-00829D846D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A4098-87D4-3165-D6D9-B2FB7CCFF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F608A5-B36D-AA4B-88E3-F2064F1FE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7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708337-7199-3115-91A0-A5F197058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562"/>
            <a:ext cx="7784755" cy="5842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923EF6-73E6-36E5-2A5A-E26235F42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320911" y="-20567"/>
            <a:ext cx="3264913" cy="411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C7000E-A662-C08D-BBE3-F45DB07E4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320910" y="3168144"/>
            <a:ext cx="3264913" cy="41148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B889043-1D13-DF34-7F6A-12ABD24C5127}"/>
              </a:ext>
            </a:extLst>
          </p:cNvPr>
          <p:cNvCxnSpPr>
            <a:cxnSpLocks/>
          </p:cNvCxnSpPr>
          <p:nvPr/>
        </p:nvCxnSpPr>
        <p:spPr>
          <a:xfrm>
            <a:off x="9082217" y="2706130"/>
            <a:ext cx="0" cy="886957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5BDD76-D6DB-FB52-4E2F-34EAA11FCD92}"/>
              </a:ext>
            </a:extLst>
          </p:cNvPr>
          <p:cNvSpPr txBox="1"/>
          <p:nvPr/>
        </p:nvSpPr>
        <p:spPr>
          <a:xfrm>
            <a:off x="2743201" y="11281"/>
            <a:ext cx="7352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Cavity-Induced</a:t>
            </a:r>
            <a:r>
              <a:rPr lang="en-US" sz="2800" b="1" dirty="0"/>
              <a:t> Resonance Reweighting</a:t>
            </a:r>
          </a:p>
        </p:txBody>
      </p:sp>
    </p:spTree>
    <p:extLst>
      <p:ext uri="{BB962C8B-B14F-4D97-AF65-F5344CB8AC3E}">
        <p14:creationId xmlns:p14="http://schemas.microsoft.com/office/powerpoint/2010/main" val="4043061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BB89CA-6173-54B4-843D-D1153F0A5C3E}"/>
              </a:ext>
            </a:extLst>
          </p:cNvPr>
          <p:cNvCxnSpPr/>
          <p:nvPr/>
        </p:nvCxnSpPr>
        <p:spPr>
          <a:xfrm flipH="1">
            <a:off x="3486150" y="3028950"/>
            <a:ext cx="2371725" cy="13716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95EA52-0DA4-171E-B5E1-F849A2A6D126}"/>
              </a:ext>
            </a:extLst>
          </p:cNvPr>
          <p:cNvCxnSpPr>
            <a:cxnSpLocks/>
          </p:cNvCxnSpPr>
          <p:nvPr/>
        </p:nvCxnSpPr>
        <p:spPr>
          <a:xfrm>
            <a:off x="5857875" y="3028950"/>
            <a:ext cx="2243138" cy="80010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 descr="A molecule model of a molecule&#10;&#10;AI-generated content may be incorrect.">
            <a:extLst>
              <a:ext uri="{FF2B5EF4-FFF2-40B4-BE49-F238E27FC236}">
                <a16:creationId xmlns:a16="http://schemas.microsoft.com/office/drawing/2014/main" id="{0DC31476-A21B-8FFD-42DC-BC8178FB6A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892" t="20315" r="17218" b="9182"/>
          <a:stretch>
            <a:fillRect/>
          </a:stretch>
        </p:blipFill>
        <p:spPr>
          <a:xfrm>
            <a:off x="3157538" y="1743075"/>
            <a:ext cx="5043488" cy="337185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6294BE-CDDA-9C90-D964-58501C0BE0C0}"/>
              </a:ext>
            </a:extLst>
          </p:cNvPr>
          <p:cNvCxnSpPr>
            <a:cxnSpLocks/>
          </p:cNvCxnSpPr>
          <p:nvPr/>
        </p:nvCxnSpPr>
        <p:spPr>
          <a:xfrm flipV="1">
            <a:off x="5857875" y="1028700"/>
            <a:ext cx="0" cy="200025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8D7505-D17F-EC90-8FAA-01675BD976CF}"/>
                  </a:ext>
                </a:extLst>
              </p:cNvPr>
              <p:cNvSpPr txBox="1"/>
              <p:nvPr/>
            </p:nvSpPr>
            <p:spPr>
              <a:xfrm>
                <a:off x="5679282" y="474702"/>
                <a:ext cx="39754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8D7505-D17F-EC90-8FAA-01675BD97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282" y="474702"/>
                <a:ext cx="397545" cy="677108"/>
              </a:xfrm>
              <a:prstGeom prst="rect">
                <a:avLst/>
              </a:prstGeom>
              <a:blipFill>
                <a:blip r:embed="rId3"/>
                <a:stretch>
                  <a:fillRect l="-18750" t="-18519" r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FB90A4-A147-CC7E-21CD-2C44D4E54531}"/>
                  </a:ext>
                </a:extLst>
              </p:cNvPr>
              <p:cNvSpPr txBox="1"/>
              <p:nvPr/>
            </p:nvSpPr>
            <p:spPr>
              <a:xfrm>
                <a:off x="3053915" y="4080629"/>
                <a:ext cx="432234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3FB90A4-A147-CC7E-21CD-2C44D4E54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915" y="4080629"/>
                <a:ext cx="432234" cy="677108"/>
              </a:xfrm>
              <a:prstGeom prst="rect">
                <a:avLst/>
              </a:prstGeom>
              <a:blipFill>
                <a:blip r:embed="rId4"/>
                <a:stretch>
                  <a:fillRect l="-17143" t="-18519"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441869-61EF-7822-DEE2-E71E765DF94D}"/>
                  </a:ext>
                </a:extLst>
              </p:cNvPr>
              <p:cNvSpPr txBox="1"/>
              <p:nvPr/>
            </p:nvSpPr>
            <p:spPr>
              <a:xfrm>
                <a:off x="8101013" y="3490497"/>
                <a:ext cx="440825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sz="4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441869-61EF-7822-DEE2-E71E765DF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1013" y="3490497"/>
                <a:ext cx="440825" cy="677108"/>
              </a:xfrm>
              <a:prstGeom prst="rect">
                <a:avLst/>
              </a:prstGeom>
              <a:blipFill>
                <a:blip r:embed="rId5"/>
                <a:stretch>
                  <a:fillRect l="-27778" t="-20370" r="-27778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05AF47-4E0F-6C11-D76D-1EB97BE7C1DB}"/>
              </a:ext>
            </a:extLst>
          </p:cNvPr>
          <p:cNvCxnSpPr>
            <a:cxnSpLocks/>
          </p:cNvCxnSpPr>
          <p:nvPr/>
        </p:nvCxnSpPr>
        <p:spPr>
          <a:xfrm flipV="1">
            <a:off x="5899485" y="1743075"/>
            <a:ext cx="1079959" cy="1285875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86F9FE-0745-DC78-6B3B-B9BD4B92517C}"/>
                  </a:ext>
                </a:extLst>
              </p:cNvPr>
              <p:cNvSpPr txBox="1"/>
              <p:nvPr/>
            </p:nvSpPr>
            <p:spPr>
              <a:xfrm>
                <a:off x="6761560" y="1188001"/>
                <a:ext cx="53578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</m:oMath>
                  </m:oMathPara>
                </a14:m>
                <a:endParaRPr 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286F9FE-0745-DC78-6B3B-B9BD4B9251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560" y="1188001"/>
                <a:ext cx="535781" cy="707886"/>
              </a:xfrm>
              <a:prstGeom prst="rect">
                <a:avLst/>
              </a:prstGeom>
              <a:blipFill>
                <a:blip r:embed="rId6"/>
                <a:stretch>
                  <a:fillRect t="-8772" r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79243BF-AB56-4951-9AC8-BE8D38239B97}"/>
              </a:ext>
            </a:extLst>
          </p:cNvPr>
          <p:cNvCxnSpPr>
            <a:cxnSpLocks/>
          </p:cNvCxnSpPr>
          <p:nvPr/>
        </p:nvCxnSpPr>
        <p:spPr>
          <a:xfrm>
            <a:off x="5878054" y="3050606"/>
            <a:ext cx="699825" cy="1556890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Arc 32">
            <a:extLst>
              <a:ext uri="{FF2B5EF4-FFF2-40B4-BE49-F238E27FC236}">
                <a16:creationId xmlns:a16="http://schemas.microsoft.com/office/drawing/2014/main" id="{F273F567-A1DC-2E1C-E090-9A8EAEA76AF0}"/>
              </a:ext>
            </a:extLst>
          </p:cNvPr>
          <p:cNvSpPr/>
          <p:nvPr/>
        </p:nvSpPr>
        <p:spPr>
          <a:xfrm rot="8788665">
            <a:off x="4890501" y="2725270"/>
            <a:ext cx="1855098" cy="1494191"/>
          </a:xfrm>
          <a:prstGeom prst="arc">
            <a:avLst>
              <a:gd name="adj1" fmla="val 15800782"/>
              <a:gd name="adj2" fmla="val 1305061"/>
            </a:avLst>
          </a:prstGeom>
          <a:ln w="44450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9D96E54-1D3D-3057-4ED0-D96B73E09878}"/>
                  </a:ext>
                </a:extLst>
              </p:cNvPr>
              <p:cNvSpPr txBox="1"/>
              <p:nvPr/>
            </p:nvSpPr>
            <p:spPr>
              <a:xfrm>
                <a:off x="4960798" y="4225201"/>
                <a:ext cx="53578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9D96E54-1D3D-3057-4ED0-D96B73E09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0798" y="4225201"/>
                <a:ext cx="535781" cy="707886"/>
              </a:xfrm>
              <a:prstGeom prst="rect">
                <a:avLst/>
              </a:prstGeom>
              <a:blipFill>
                <a:blip r:embed="rId7"/>
                <a:stretch>
                  <a:fillRect l="-23256" r="-25581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429666E-E2F0-4A3C-EBDC-66BC35C0999F}"/>
                  </a:ext>
                </a:extLst>
              </p:cNvPr>
              <p:cNvSpPr txBox="1"/>
              <p:nvPr/>
            </p:nvSpPr>
            <p:spPr>
              <a:xfrm>
                <a:off x="6042098" y="1346620"/>
                <a:ext cx="53578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40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429666E-E2F0-4A3C-EBDC-66BC35C09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2098" y="1346620"/>
                <a:ext cx="535781" cy="707886"/>
              </a:xfrm>
              <a:prstGeom prst="rect">
                <a:avLst/>
              </a:prstGeom>
              <a:blipFill>
                <a:blip r:embed="rId8"/>
                <a:stretch>
                  <a:fillRect l="-9302" r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Arc 35">
            <a:extLst>
              <a:ext uri="{FF2B5EF4-FFF2-40B4-BE49-F238E27FC236}">
                <a16:creationId xmlns:a16="http://schemas.microsoft.com/office/drawing/2014/main" id="{CF345759-424A-C202-7D87-3FB96E7E5A7F}"/>
              </a:ext>
            </a:extLst>
          </p:cNvPr>
          <p:cNvSpPr/>
          <p:nvPr/>
        </p:nvSpPr>
        <p:spPr>
          <a:xfrm>
            <a:off x="5345331" y="1928812"/>
            <a:ext cx="1187399" cy="914400"/>
          </a:xfrm>
          <a:prstGeom prst="arc">
            <a:avLst>
              <a:gd name="adj1" fmla="val 16200000"/>
              <a:gd name="adj2" fmla="val 20169674"/>
            </a:avLst>
          </a:prstGeom>
          <a:ln w="34925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161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</Words>
  <Application>Microsoft Macintosh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Foley, Jay</dc:creator>
  <cp:lastModifiedBy>Jay Foley</cp:lastModifiedBy>
  <cp:revision>2</cp:revision>
  <dcterms:created xsi:type="dcterms:W3CDTF">2026-04-22T20:06:46Z</dcterms:created>
  <dcterms:modified xsi:type="dcterms:W3CDTF">2026-04-22T21:44:47Z</dcterms:modified>
</cp:coreProperties>
</file>