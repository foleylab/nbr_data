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57" r:id="rId8"/>
    <p:sldId id="259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050"/>
    <p:restoredTop sz="94786"/>
  </p:normalViewPr>
  <p:slideViewPr>
    <p:cSldViewPr snapToGrid="0">
      <p:cViewPr varScale="1">
        <p:scale>
          <a:sx n="23" d="100"/>
          <a:sy n="23" d="100"/>
        </p:scale>
        <p:origin x="208" y="2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723C50C-9215-CF50-0DE6-E23F9735D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500C26-5E4F-0B4A-FEF4-C4F31661E2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F198E-A686-A22F-CDB6-3D4D8D533A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843E14-5EDE-8104-609F-C887B23455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365E3D-C440-269C-31CE-B083F56508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86" t="20382" r="7485"/>
          <a:stretch>
            <a:fillRect/>
          </a:stretch>
        </p:blipFill>
        <p:spPr>
          <a:xfrm>
            <a:off x="959005" y="3966426"/>
            <a:ext cx="4025591" cy="28491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5B1FE7-F944-1F35-8056-1EA45C7DC46C}"/>
              </a:ext>
            </a:extLst>
          </p:cNvPr>
          <p:cNvSpPr txBox="1"/>
          <p:nvPr/>
        </p:nvSpPr>
        <p:spPr>
          <a:xfrm>
            <a:off x="2537506" y="3410998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302792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53CE-FAAB-F52B-B99B-AB15A989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198B9C6-2CFE-F4F2-D4BA-26A358205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34E6AE-8971-7636-E6DE-F4163752F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1CD56-59A6-87A6-38C0-20C3DEDE52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FB1782-18DC-5884-5B3E-B1F64EEBE2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9CC314-5EAC-9FDA-EF4B-D5835BAED1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78F93D-ADC8-5629-49E8-B66931CBD685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1846191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152BA-B488-F686-35A6-D193E0F5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FA0E46-DC9A-7FCA-D5BD-695C69B7CB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876575-8AB0-49B1-401C-B2310AFE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4DEE0-4086-F4B6-2E90-A33B95DFF2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6E5D15-7102-2CDC-5C14-C65EA167AA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75CD42-90FE-C276-BD39-5176EEDA33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441479-EFD0-1FC8-340B-95AEA3699AB0}"/>
              </a:ext>
            </a:extLst>
          </p:cNvPr>
          <p:cNvSpPr txBox="1"/>
          <p:nvPr/>
        </p:nvSpPr>
        <p:spPr>
          <a:xfrm>
            <a:off x="2375812" y="3204967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11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269-10FD-9614-7754-E2EDCF5A9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5BECB8-AFC8-1BA9-B4C4-5DC157C6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5A87A1-6EF5-5C58-6F16-C40BDB91C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E578B4-F306-AE51-8A2B-0D1B829F45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6F50D8-A84F-9D9A-D525-007D5A140A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818983" y="42437"/>
            <a:ext cx="4254822" cy="29460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03A23C-8752-CEC9-2364-AB321B08FB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88B448-9543-51BF-CFE3-52C323AD617D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2211820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4F0E41-7571-614E-5349-3D461B299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688"/>
            <a:ext cx="8175562" cy="6136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950F29-273F-0B47-3F73-F63B12BBC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153197" y="-113349"/>
            <a:ext cx="2079907" cy="2560320"/>
          </a:xfrm>
          <a:prstGeom prst="rect">
            <a:avLst/>
          </a:prstGeom>
          <a:ln w="76200">
            <a:solidFill>
              <a:schemeClr val="accent5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E26EA-72BB-C7DD-B0F9-DB48109810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161467" y="2155001"/>
            <a:ext cx="2079906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C6D8F4-34F0-8757-9844-907093805A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161466" y="4412198"/>
            <a:ext cx="2079907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73110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7031-EDC7-DF80-6D7A-B18F855F4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C564B7-F17B-3CD9-4482-C153193F98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16200000">
            <a:off x="8790486" y="4447208"/>
            <a:ext cx="2065599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D0943A-707D-2A50-8AD7-3AE4F7D889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0579"/>
            <a:ext cx="8455744" cy="63463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0F9AC9-8825-B29C-548B-7A2FCAA95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761740" y="2187862"/>
            <a:ext cx="2124648" cy="2560320"/>
          </a:xfrm>
          <a:prstGeom prst="rect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7C02C-4C6B-2275-0BA2-BF27072BAB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763225" y="-110340"/>
            <a:ext cx="2124648" cy="2560320"/>
          </a:xfrm>
          <a:prstGeom prst="rect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92467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0235D-5502-F91C-48D2-CF1B61644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1D9822-8215-7011-405D-841ABF37A7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7929"/>
            <a:ext cx="8204427" cy="615776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88375E1-ED2B-3803-87FE-EAAF71BFF5A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 rot="16200000">
            <a:off x="8828011" y="-909547"/>
            <a:ext cx="1993392" cy="4114800"/>
          </a:xfrm>
          <a:prstGeom prst="rect">
            <a:avLst/>
          </a:prstGeom>
          <a:ln w="76200"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770833-B897-B2D9-2F83-BE8A975D8A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829500" y="1284186"/>
            <a:ext cx="1990413" cy="4114800"/>
          </a:xfrm>
          <a:prstGeom prst="rect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7123F2-39CC-3E01-BF03-368C61B0F8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859085" y="3522006"/>
            <a:ext cx="1990414" cy="4114800"/>
          </a:xfrm>
          <a:prstGeom prst="rect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6650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3916</TotalTime>
  <Words>38</Words>
  <Application>Microsoft Macintosh PowerPoint</Application>
  <PresentationFormat>Widescreen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7</cp:revision>
  <dcterms:created xsi:type="dcterms:W3CDTF">2026-04-22T20:06:46Z</dcterms:created>
  <dcterms:modified xsi:type="dcterms:W3CDTF">2026-05-04T14:13:20Z</dcterms:modified>
</cp:coreProperties>
</file>